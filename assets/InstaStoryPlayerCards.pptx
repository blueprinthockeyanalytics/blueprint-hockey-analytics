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24008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6"/>
    <p:restoredTop sz="94637"/>
  </p:normalViewPr>
  <p:slideViewPr>
    <p:cSldViewPr snapToGrid="0">
      <p:cViewPr varScale="1">
        <p:scale>
          <a:sx n="177" d="100"/>
          <a:sy n="177" d="100"/>
        </p:scale>
        <p:origin x="4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942577"/>
            <a:ext cx="2754075" cy="2005142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3025045"/>
            <a:ext cx="2430066" cy="1390533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1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1435864"/>
            <a:ext cx="2794576" cy="2395771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3854300"/>
            <a:ext cx="2794576" cy="1259879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/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75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0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1533187"/>
            <a:ext cx="1377037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7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06639"/>
            <a:ext cx="2794576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1411865"/>
            <a:ext cx="137070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2103799"/>
            <a:ext cx="137070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1411865"/>
            <a:ext cx="1377459" cy="691934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2103799"/>
            <a:ext cx="137745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5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2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9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829256"/>
            <a:ext cx="1640295" cy="4092942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83963"/>
            <a:ext cx="1045013" cy="1343872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829256"/>
            <a:ext cx="1640295" cy="4092942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1727835"/>
            <a:ext cx="1045013" cy="3201028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57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306637"/>
            <a:ext cx="698644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306637"/>
            <a:ext cx="2055431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306639"/>
            <a:ext cx="2794576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1533187"/>
            <a:ext cx="2794576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964B4-79B6-DA47-8D00-0E649C12C21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5338158"/>
            <a:ext cx="109353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5338158"/>
            <a:ext cx="72902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96247-9C63-804F-B488-89FE425B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9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95D0F5-0371-0683-CCAC-150350D124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00" y="-7200"/>
            <a:ext cx="3276000" cy="5817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5814D9-B6E8-430C-CC8F-93F9707C2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89" y="545820"/>
            <a:ext cx="2825996" cy="936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CF56430-862E-EB54-2BBB-7DC6F2F9364C}"/>
              </a:ext>
            </a:extLst>
          </p:cNvPr>
          <p:cNvGrpSpPr/>
          <p:nvPr/>
        </p:nvGrpSpPr>
        <p:grpSpPr>
          <a:xfrm>
            <a:off x="847576" y="1719084"/>
            <a:ext cx="2365687" cy="3175593"/>
            <a:chOff x="847576" y="1546284"/>
            <a:chExt cx="2365687" cy="317559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124D5F-A942-AE2E-A702-9E65E748B856}"/>
                </a:ext>
              </a:extLst>
            </p:cNvPr>
            <p:cNvSpPr txBox="1"/>
            <p:nvPr/>
          </p:nvSpPr>
          <p:spPr>
            <a:xfrm>
              <a:off x="847620" y="1546284"/>
              <a:ext cx="23656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Barlow Condensed SemiBold" pitchFamily="2" charset="77"/>
                  <a:ea typeface="Inter" panose="02000503000000020004" pitchFamily="2" charset="0"/>
                </a:rPr>
                <a:t>Shot maps and advanced analytics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1A13D35-14D9-1EAB-7545-C7F0DA987F74}"/>
                </a:ext>
              </a:extLst>
            </p:cNvPr>
            <p:cNvSpPr txBox="1"/>
            <p:nvPr/>
          </p:nvSpPr>
          <p:spPr>
            <a:xfrm>
              <a:off x="847577" y="2481704"/>
              <a:ext cx="23656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Barlow Condensed SemiBold" pitchFamily="2" charset="77"/>
                  <a:ea typeface="Inter" panose="02000503000000020004" pitchFamily="2" charset="0"/>
                </a:rPr>
                <a:t>Percentile rankings vs. position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D0E4F8-6B4B-6A0B-F151-28701EC8ED13}"/>
                </a:ext>
              </a:extLst>
            </p:cNvPr>
            <p:cNvSpPr txBox="1"/>
            <p:nvPr/>
          </p:nvSpPr>
          <p:spPr>
            <a:xfrm>
              <a:off x="847576" y="3556457"/>
              <a:ext cx="2365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Barlow Condensed SemiBold" pitchFamily="2" charset="77"/>
                  <a:ea typeface="Inter" panose="02000503000000020004" pitchFamily="2" charset="0"/>
                </a:rPr>
                <a:t>Written scouting summary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F72B9C-6FE7-47B3-A9A0-A6C86EF39502}"/>
                </a:ext>
              </a:extLst>
            </p:cNvPr>
            <p:cNvSpPr txBox="1"/>
            <p:nvPr/>
          </p:nvSpPr>
          <p:spPr>
            <a:xfrm>
              <a:off x="847578" y="4352545"/>
              <a:ext cx="2365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Barlow Condensed SemiBold" pitchFamily="2" charset="77"/>
                  <a:ea typeface="Inter" panose="02000503000000020004" pitchFamily="2" charset="0"/>
                </a:rPr>
                <a:t>Areas for growth</a:t>
              </a:r>
            </a:p>
          </p:txBody>
        </p:sp>
      </p:grpSp>
      <p:pic>
        <p:nvPicPr>
          <p:cNvPr id="9" name="Graphic 8" descr="Target with solid fill">
            <a:extLst>
              <a:ext uri="{FF2B5EF4-FFF2-40B4-BE49-F238E27FC236}">
                <a16:creationId xmlns:a16="http://schemas.microsoft.com/office/drawing/2014/main" id="{42737B3C-1449-FBC0-07C7-43E196B9A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920" y="1790249"/>
            <a:ext cx="504000" cy="504000"/>
          </a:xfrm>
          <a:prstGeom prst="rect">
            <a:avLst/>
          </a:prstGeom>
        </p:spPr>
      </p:pic>
      <p:pic>
        <p:nvPicPr>
          <p:cNvPr id="13" name="Graphic 12" descr="Priorities outline">
            <a:extLst>
              <a:ext uri="{FF2B5EF4-FFF2-40B4-BE49-F238E27FC236}">
                <a16:creationId xmlns:a16="http://schemas.microsoft.com/office/drawing/2014/main" id="{D1B10128-A7AA-0A4D-043A-65B3B7CAB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989" y="2725669"/>
            <a:ext cx="504000" cy="504000"/>
          </a:xfrm>
          <a:prstGeom prst="rect">
            <a:avLst/>
          </a:prstGeom>
        </p:spPr>
      </p:pic>
      <p:pic>
        <p:nvPicPr>
          <p:cNvPr id="15" name="Graphic 14" descr="Pencil with solid fill">
            <a:extLst>
              <a:ext uri="{FF2B5EF4-FFF2-40B4-BE49-F238E27FC236}">
                <a16:creationId xmlns:a16="http://schemas.microsoft.com/office/drawing/2014/main" id="{CEDA7594-08DC-A883-5C5B-21021C498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920" y="3661923"/>
            <a:ext cx="504000" cy="504000"/>
          </a:xfrm>
          <a:prstGeom prst="rect">
            <a:avLst/>
          </a:prstGeom>
        </p:spPr>
      </p:pic>
      <p:pic>
        <p:nvPicPr>
          <p:cNvPr id="20" name="Graphic 19" descr="Upward trend with solid fill">
            <a:extLst>
              <a:ext uri="{FF2B5EF4-FFF2-40B4-BE49-F238E27FC236}">
                <a16:creationId xmlns:a16="http://schemas.microsoft.com/office/drawing/2014/main" id="{95062EC7-C0C8-135C-80B2-8A435D174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989" y="4458011"/>
            <a:ext cx="504000" cy="504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F78625C-D37C-6C83-2F0B-721D30687C95}"/>
              </a:ext>
            </a:extLst>
          </p:cNvPr>
          <p:cNvSpPr/>
          <p:nvPr/>
        </p:nvSpPr>
        <p:spPr>
          <a:xfrm>
            <a:off x="187920" y="1752333"/>
            <a:ext cx="576000" cy="5760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38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AFAE463-FB6E-39E0-3728-1150FD759413}"/>
              </a:ext>
            </a:extLst>
          </p:cNvPr>
          <p:cNvSpPr/>
          <p:nvPr/>
        </p:nvSpPr>
        <p:spPr>
          <a:xfrm>
            <a:off x="198283" y="2687753"/>
            <a:ext cx="576000" cy="5760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38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609E4D3-F7BD-2D91-F7C0-0CA0ABD1FFBD}"/>
              </a:ext>
            </a:extLst>
          </p:cNvPr>
          <p:cNvSpPr/>
          <p:nvPr/>
        </p:nvSpPr>
        <p:spPr>
          <a:xfrm>
            <a:off x="185897" y="3625923"/>
            <a:ext cx="576000" cy="5760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38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BF88A02-088A-FE6F-71DF-946A2D7A7670}"/>
              </a:ext>
            </a:extLst>
          </p:cNvPr>
          <p:cNvSpPr/>
          <p:nvPr/>
        </p:nvSpPr>
        <p:spPr>
          <a:xfrm>
            <a:off x="185897" y="4418300"/>
            <a:ext cx="576000" cy="5760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38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5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16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Barlow Condensed SemiBold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Andrew, Hunter T</dc:creator>
  <cp:lastModifiedBy>Andrew, Hunter T</cp:lastModifiedBy>
  <cp:revision>3</cp:revision>
  <dcterms:created xsi:type="dcterms:W3CDTF">2026-08-20T19:39:54Z</dcterms:created>
  <dcterms:modified xsi:type="dcterms:W3CDTF">2026-08-20T20:27:35Z</dcterms:modified>
</cp:coreProperties>
</file>