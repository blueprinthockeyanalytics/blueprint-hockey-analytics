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8" r:id="rId2"/>
  </p:sldIdLst>
  <p:sldSz cx="3240088" cy="5759450"/>
  <p:notesSz cx="12188825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>
        <p:scale>
          <a:sx n="200" d="100"/>
          <a:sy n="200" d="100"/>
        </p:scale>
        <p:origin x="37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07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1963" rtl="0" eaLnBrk="1" latinLnBrk="0" hangingPunct="1">
      <a:defRPr sz="567" kern="1200">
        <a:solidFill>
          <a:schemeClr val="tx1"/>
        </a:solidFill>
        <a:latin typeface="+mn-lt"/>
        <a:ea typeface="+mn-ea"/>
        <a:cs typeface="+mn-cs"/>
      </a:defRPr>
    </a:lvl1pPr>
    <a:lvl2pPr marL="215981" algn="l" defTabSz="431963" rtl="0" eaLnBrk="1" latinLnBrk="0" hangingPunct="1">
      <a:defRPr sz="567" kern="1200">
        <a:solidFill>
          <a:schemeClr val="tx1"/>
        </a:solidFill>
        <a:latin typeface="+mn-lt"/>
        <a:ea typeface="+mn-ea"/>
        <a:cs typeface="+mn-cs"/>
      </a:defRPr>
    </a:lvl2pPr>
    <a:lvl3pPr marL="431963" algn="l" defTabSz="431963" rtl="0" eaLnBrk="1" latinLnBrk="0" hangingPunct="1">
      <a:defRPr sz="567" kern="1200">
        <a:solidFill>
          <a:schemeClr val="tx1"/>
        </a:solidFill>
        <a:latin typeface="+mn-lt"/>
        <a:ea typeface="+mn-ea"/>
        <a:cs typeface="+mn-cs"/>
      </a:defRPr>
    </a:lvl3pPr>
    <a:lvl4pPr marL="647944" algn="l" defTabSz="431963" rtl="0" eaLnBrk="1" latinLnBrk="0" hangingPunct="1">
      <a:defRPr sz="567" kern="1200">
        <a:solidFill>
          <a:schemeClr val="tx1"/>
        </a:solidFill>
        <a:latin typeface="+mn-lt"/>
        <a:ea typeface="+mn-ea"/>
        <a:cs typeface="+mn-cs"/>
      </a:defRPr>
    </a:lvl4pPr>
    <a:lvl5pPr marL="863925" algn="l" defTabSz="431963" rtl="0" eaLnBrk="1" latinLnBrk="0" hangingPunct="1">
      <a:defRPr sz="567" kern="1200">
        <a:solidFill>
          <a:schemeClr val="tx1"/>
        </a:solidFill>
        <a:latin typeface="+mn-lt"/>
        <a:ea typeface="+mn-ea"/>
        <a:cs typeface="+mn-cs"/>
      </a:defRPr>
    </a:lvl5pPr>
    <a:lvl6pPr marL="1079906" algn="l" defTabSz="431963" rtl="0" eaLnBrk="1" latinLnBrk="0" hangingPunct="1">
      <a:defRPr sz="567" kern="1200">
        <a:solidFill>
          <a:schemeClr val="tx1"/>
        </a:solidFill>
        <a:latin typeface="+mn-lt"/>
        <a:ea typeface="+mn-ea"/>
        <a:cs typeface="+mn-cs"/>
      </a:defRPr>
    </a:lvl6pPr>
    <a:lvl7pPr marL="1295888" algn="l" defTabSz="431963" rtl="0" eaLnBrk="1" latinLnBrk="0" hangingPunct="1">
      <a:defRPr sz="567" kern="1200">
        <a:solidFill>
          <a:schemeClr val="tx1"/>
        </a:solidFill>
        <a:latin typeface="+mn-lt"/>
        <a:ea typeface="+mn-ea"/>
        <a:cs typeface="+mn-cs"/>
      </a:defRPr>
    </a:lvl7pPr>
    <a:lvl8pPr marL="1511869" algn="l" defTabSz="431963" rtl="0" eaLnBrk="1" latinLnBrk="0" hangingPunct="1">
      <a:defRPr sz="567" kern="1200">
        <a:solidFill>
          <a:schemeClr val="tx1"/>
        </a:solidFill>
        <a:latin typeface="+mn-lt"/>
        <a:ea typeface="+mn-ea"/>
        <a:cs typeface="+mn-cs"/>
      </a:defRPr>
    </a:lvl8pPr>
    <a:lvl9pPr marL="1727850" algn="l" defTabSz="431963" rtl="0" eaLnBrk="1" latinLnBrk="0" hangingPunct="1">
      <a:defRPr sz="56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942577"/>
            <a:ext cx="2754075" cy="2005142"/>
          </a:xfrm>
        </p:spPr>
        <p:txBody>
          <a:bodyPr anchor="b"/>
          <a:lstStyle>
            <a:lvl1pPr algn="ctr"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3025045"/>
            <a:ext cx="2430066" cy="1390533"/>
          </a:xfrm>
        </p:spPr>
        <p:txBody>
          <a:bodyPr/>
          <a:lstStyle>
            <a:lvl1pPr marL="0" indent="0" algn="ctr">
              <a:buNone/>
              <a:defRPr sz="850"/>
            </a:lvl1pPr>
            <a:lvl2pPr marL="161986" indent="0" algn="ctr">
              <a:buNone/>
              <a:defRPr sz="709"/>
            </a:lvl2pPr>
            <a:lvl3pPr marL="323972" indent="0" algn="ctr">
              <a:buNone/>
              <a:defRPr sz="638"/>
            </a:lvl3pPr>
            <a:lvl4pPr marL="485958" indent="0" algn="ctr">
              <a:buNone/>
              <a:defRPr sz="567"/>
            </a:lvl4pPr>
            <a:lvl5pPr marL="647944" indent="0" algn="ctr">
              <a:buNone/>
              <a:defRPr sz="567"/>
            </a:lvl5pPr>
            <a:lvl6pPr marL="809930" indent="0" algn="ctr">
              <a:buNone/>
              <a:defRPr sz="567"/>
            </a:lvl6pPr>
            <a:lvl7pPr marL="971916" indent="0" algn="ctr">
              <a:buNone/>
              <a:defRPr sz="567"/>
            </a:lvl7pPr>
            <a:lvl8pPr marL="1133902" indent="0" algn="ctr">
              <a:buNone/>
              <a:defRPr sz="567"/>
            </a:lvl8pPr>
            <a:lvl9pPr marL="1295888" indent="0" algn="ctr">
              <a:buNone/>
              <a:defRPr sz="5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5015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216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1435864"/>
            <a:ext cx="2794576" cy="2395771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3854300"/>
            <a:ext cx="2794576" cy="1259879"/>
          </a:xfrm>
        </p:spPr>
        <p:txBody>
          <a:bodyPr/>
          <a:lstStyle>
            <a:lvl1pPr marL="0" indent="0">
              <a:buNone/>
              <a:defRPr sz="850">
                <a:solidFill>
                  <a:schemeClr val="tx1"/>
                </a:solidFill>
              </a:defRPr>
            </a:lvl1pPr>
            <a:lvl2pPr marL="161986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2pPr>
            <a:lvl3pPr marL="323972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3pPr>
            <a:lvl4pPr marL="48595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4pPr>
            <a:lvl5pPr marL="647944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5pPr>
            <a:lvl6pPr marL="809930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6pPr>
            <a:lvl7pPr marL="97191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7pPr>
            <a:lvl8pPr marL="1133902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8pPr>
            <a:lvl9pPr marL="129588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7012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1533187"/>
            <a:ext cx="1377037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1533187"/>
            <a:ext cx="1377037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7917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06639"/>
            <a:ext cx="2794576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1411865"/>
            <a:ext cx="1370709" cy="69193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2103799"/>
            <a:ext cx="137070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1411865"/>
            <a:ext cx="1377459" cy="69193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2103799"/>
            <a:ext cx="137745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5219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4911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4078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83963"/>
            <a:ext cx="1045013" cy="1343872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829256"/>
            <a:ext cx="1640295" cy="4092942"/>
          </a:xfrm>
        </p:spPr>
        <p:txBody>
          <a:bodyPr/>
          <a:lstStyle>
            <a:lvl1pPr>
              <a:defRPr sz="1134"/>
            </a:lvl1pPr>
            <a:lvl2pPr>
              <a:defRPr sz="992"/>
            </a:lvl2pPr>
            <a:lvl3pPr>
              <a:defRPr sz="850"/>
            </a:lvl3pPr>
            <a:lvl4pPr>
              <a:defRPr sz="709"/>
            </a:lvl4pPr>
            <a:lvl5pPr>
              <a:defRPr sz="709"/>
            </a:lvl5pPr>
            <a:lvl6pPr>
              <a:defRPr sz="709"/>
            </a:lvl6pPr>
            <a:lvl7pPr>
              <a:defRPr sz="709"/>
            </a:lvl7pPr>
            <a:lvl8pPr>
              <a:defRPr sz="709"/>
            </a:lvl8pPr>
            <a:lvl9pPr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727835"/>
            <a:ext cx="1045013" cy="3201028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6881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83963"/>
            <a:ext cx="1045013" cy="1343872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829256"/>
            <a:ext cx="1640295" cy="4092942"/>
          </a:xfrm>
        </p:spPr>
        <p:txBody>
          <a:bodyPr anchor="t"/>
          <a:lstStyle>
            <a:lvl1pPr marL="0" indent="0">
              <a:buNone/>
              <a:defRPr sz="1134"/>
            </a:lvl1pPr>
            <a:lvl2pPr marL="161986" indent="0">
              <a:buNone/>
              <a:defRPr sz="992"/>
            </a:lvl2pPr>
            <a:lvl3pPr marL="323972" indent="0">
              <a:buNone/>
              <a:defRPr sz="850"/>
            </a:lvl3pPr>
            <a:lvl4pPr marL="485958" indent="0">
              <a:buNone/>
              <a:defRPr sz="709"/>
            </a:lvl4pPr>
            <a:lvl5pPr marL="647944" indent="0">
              <a:buNone/>
              <a:defRPr sz="709"/>
            </a:lvl5pPr>
            <a:lvl6pPr marL="809930" indent="0">
              <a:buNone/>
              <a:defRPr sz="709"/>
            </a:lvl6pPr>
            <a:lvl7pPr marL="971916" indent="0">
              <a:buNone/>
              <a:defRPr sz="709"/>
            </a:lvl7pPr>
            <a:lvl8pPr marL="1133902" indent="0">
              <a:buNone/>
              <a:defRPr sz="709"/>
            </a:lvl8pPr>
            <a:lvl9pPr marL="1295888" indent="0">
              <a:buNone/>
              <a:defRPr sz="7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727835"/>
            <a:ext cx="1045013" cy="3201028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4900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5793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306637"/>
            <a:ext cx="698644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306637"/>
            <a:ext cx="2055431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2697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86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306639"/>
            <a:ext cx="2794576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1533187"/>
            <a:ext cx="2794576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5338158"/>
            <a:ext cx="72902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45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323972" rtl="0" eaLnBrk="1" latinLnBrk="0" hangingPunct="1">
        <a:lnSpc>
          <a:spcPct val="90000"/>
        </a:lnSpc>
        <a:spcBef>
          <a:spcPct val="0"/>
        </a:spcBef>
        <a:buNone/>
        <a:defRPr sz="15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3" indent="-80993" algn="l" defTabSz="323972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4297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0496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6695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728937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90923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0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21489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37688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1pPr>
      <a:lvl2pPr marL="16198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2pPr>
      <a:lvl3pPr marL="32397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3pPr>
      <a:lvl4pPr marL="48595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647944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0993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97191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0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29588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607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" name="Shape 1"/>
          <p:cNvSpPr/>
          <p:nvPr/>
        </p:nvSpPr>
        <p:spPr>
          <a:xfrm>
            <a:off x="475213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4" name="Shape 2"/>
          <p:cNvSpPr/>
          <p:nvPr/>
        </p:nvSpPr>
        <p:spPr>
          <a:xfrm>
            <a:off x="712820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5" name="Shape 3"/>
          <p:cNvSpPr/>
          <p:nvPr/>
        </p:nvSpPr>
        <p:spPr>
          <a:xfrm>
            <a:off x="950426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6" name="Shape 4"/>
          <p:cNvSpPr/>
          <p:nvPr/>
        </p:nvSpPr>
        <p:spPr>
          <a:xfrm>
            <a:off x="1188032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7" name="Shape 5"/>
          <p:cNvSpPr/>
          <p:nvPr/>
        </p:nvSpPr>
        <p:spPr>
          <a:xfrm>
            <a:off x="1425639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8" name="Shape 6"/>
          <p:cNvSpPr/>
          <p:nvPr/>
        </p:nvSpPr>
        <p:spPr>
          <a:xfrm>
            <a:off x="1663245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9" name="Shape 7"/>
          <p:cNvSpPr/>
          <p:nvPr/>
        </p:nvSpPr>
        <p:spPr>
          <a:xfrm>
            <a:off x="1900852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10" name="Shape 8"/>
          <p:cNvSpPr/>
          <p:nvPr/>
        </p:nvSpPr>
        <p:spPr>
          <a:xfrm>
            <a:off x="2138458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11" name="Shape 9"/>
          <p:cNvSpPr/>
          <p:nvPr/>
        </p:nvSpPr>
        <p:spPr>
          <a:xfrm>
            <a:off x="2376064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12" name="Shape 10"/>
          <p:cNvSpPr/>
          <p:nvPr/>
        </p:nvSpPr>
        <p:spPr>
          <a:xfrm>
            <a:off x="2613671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14" name="Shape 12"/>
          <p:cNvSpPr/>
          <p:nvPr/>
        </p:nvSpPr>
        <p:spPr>
          <a:xfrm>
            <a:off x="3088884" y="397"/>
            <a:ext cx="0" cy="5758716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16" name="Shape 14"/>
          <p:cNvSpPr/>
          <p:nvPr/>
        </p:nvSpPr>
        <p:spPr>
          <a:xfrm>
            <a:off x="0" y="475610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17" name="Shape 15"/>
          <p:cNvSpPr/>
          <p:nvPr/>
        </p:nvSpPr>
        <p:spPr>
          <a:xfrm>
            <a:off x="0" y="713217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18" name="Shape 16"/>
          <p:cNvSpPr/>
          <p:nvPr/>
        </p:nvSpPr>
        <p:spPr>
          <a:xfrm>
            <a:off x="0" y="950823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20" name="Shape 18"/>
          <p:cNvSpPr/>
          <p:nvPr/>
        </p:nvSpPr>
        <p:spPr>
          <a:xfrm>
            <a:off x="0" y="1426036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21" name="Shape 19"/>
          <p:cNvSpPr/>
          <p:nvPr/>
        </p:nvSpPr>
        <p:spPr>
          <a:xfrm>
            <a:off x="0" y="1663642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23" name="Shape 21"/>
          <p:cNvSpPr/>
          <p:nvPr/>
        </p:nvSpPr>
        <p:spPr>
          <a:xfrm>
            <a:off x="0" y="2138855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24" name="Shape 22"/>
          <p:cNvSpPr/>
          <p:nvPr/>
        </p:nvSpPr>
        <p:spPr>
          <a:xfrm>
            <a:off x="0" y="2376462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25" name="Shape 23"/>
          <p:cNvSpPr/>
          <p:nvPr/>
        </p:nvSpPr>
        <p:spPr>
          <a:xfrm>
            <a:off x="0" y="2614068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26" name="Shape 24"/>
          <p:cNvSpPr/>
          <p:nvPr/>
        </p:nvSpPr>
        <p:spPr>
          <a:xfrm>
            <a:off x="0" y="2851674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27" name="Shape 25"/>
          <p:cNvSpPr/>
          <p:nvPr/>
        </p:nvSpPr>
        <p:spPr>
          <a:xfrm>
            <a:off x="0" y="3089281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28" name="Shape 26"/>
          <p:cNvSpPr/>
          <p:nvPr/>
        </p:nvSpPr>
        <p:spPr>
          <a:xfrm>
            <a:off x="0" y="3326887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29" name="Shape 27"/>
          <p:cNvSpPr/>
          <p:nvPr/>
        </p:nvSpPr>
        <p:spPr>
          <a:xfrm>
            <a:off x="0" y="3564494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0" name="Shape 28"/>
          <p:cNvSpPr/>
          <p:nvPr/>
        </p:nvSpPr>
        <p:spPr>
          <a:xfrm>
            <a:off x="0" y="3802100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1" name="Shape 29"/>
          <p:cNvSpPr/>
          <p:nvPr/>
        </p:nvSpPr>
        <p:spPr>
          <a:xfrm>
            <a:off x="0" y="4039707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2" name="Shape 30"/>
          <p:cNvSpPr/>
          <p:nvPr/>
        </p:nvSpPr>
        <p:spPr>
          <a:xfrm>
            <a:off x="0" y="4277313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3" name="Shape 31"/>
          <p:cNvSpPr/>
          <p:nvPr/>
        </p:nvSpPr>
        <p:spPr>
          <a:xfrm>
            <a:off x="0" y="4514919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4" name="Shape 32"/>
          <p:cNvSpPr/>
          <p:nvPr/>
        </p:nvSpPr>
        <p:spPr>
          <a:xfrm>
            <a:off x="0" y="4752526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5" name="Shape 33"/>
          <p:cNvSpPr/>
          <p:nvPr/>
        </p:nvSpPr>
        <p:spPr>
          <a:xfrm>
            <a:off x="0" y="4990132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6" name="Shape 34"/>
          <p:cNvSpPr/>
          <p:nvPr/>
        </p:nvSpPr>
        <p:spPr>
          <a:xfrm>
            <a:off x="0" y="5227739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7" name="Shape 35"/>
          <p:cNvSpPr/>
          <p:nvPr/>
        </p:nvSpPr>
        <p:spPr>
          <a:xfrm>
            <a:off x="0" y="5465345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sp>
        <p:nvSpPr>
          <p:cNvPr id="38" name="Shape 36"/>
          <p:cNvSpPr/>
          <p:nvPr/>
        </p:nvSpPr>
        <p:spPr>
          <a:xfrm>
            <a:off x="0" y="5702951"/>
            <a:ext cx="3240088" cy="0"/>
          </a:xfrm>
          <a:prstGeom prst="line">
            <a:avLst/>
          </a:prstGeom>
          <a:noFill/>
          <a:ln w="635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402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000871A-ECDB-424F-3415-C211F87E56E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43202" y="-27853"/>
            <a:ext cx="3312000" cy="5787303"/>
          </a:xfrm>
          <a:prstGeom prst="rect">
            <a:avLst/>
          </a:prstGeom>
        </p:spPr>
      </p:pic>
      <p:sp>
        <p:nvSpPr>
          <p:cNvPr id="41" name="Shape 39"/>
          <p:cNvSpPr/>
          <p:nvPr/>
        </p:nvSpPr>
        <p:spPr>
          <a:xfrm>
            <a:off x="1360837" y="2203657"/>
            <a:ext cx="518414" cy="518414"/>
          </a:xfrm>
          <a:prstGeom prst="roundRect">
            <a:avLst>
              <a:gd name="adj" fmla="val 15000"/>
            </a:avLst>
          </a:prstGeom>
          <a:solidFill>
            <a:srgbClr val="5BABDF">
              <a:alpha val="15000"/>
            </a:srgbClr>
          </a:solidFill>
          <a:ln/>
        </p:spPr>
        <p:txBody>
          <a:bodyPr/>
          <a:lstStyle/>
          <a:p>
            <a:endParaRPr lang="en-US" sz="402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41" y="2333260"/>
            <a:ext cx="259207" cy="259207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216006" y="3563514"/>
            <a:ext cx="2808076" cy="73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2000" b="1" dirty="0">
                <a:solidFill>
                  <a:srgbClr val="FFFFFF"/>
                </a:solidFill>
                <a:latin typeface="Barlow Condensed SemiBold" pitchFamily="2" charset="77"/>
                <a:ea typeface="Arial" pitchFamily="34" charset="-122"/>
                <a:cs typeface="Arial" pitchFamily="34" charset="-120"/>
              </a:rPr>
              <a:t>Get yours</a:t>
            </a:r>
            <a:r>
              <a:rPr lang="en-US" sz="2000" b="1" dirty="0">
                <a:latin typeface="Barlow Condensed SemiBold" pitchFamily="2" charset="77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Barlow Condensed SemiBold" pitchFamily="2" charset="77"/>
                <a:ea typeface="Arial" pitchFamily="34" charset="-122"/>
                <a:cs typeface="Arial" pitchFamily="34" charset="-120"/>
              </a:rPr>
              <a:t>built.</a:t>
            </a:r>
            <a:endParaRPr lang="en-US" sz="2000" b="1" dirty="0">
              <a:latin typeface="Barlow Condensed SemiBold" pitchFamily="2" charset="7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83216" y="4094068"/>
            <a:ext cx="2160058" cy="388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rigor, same breakdown,</a:t>
            </a:r>
            <a:endParaRPr lang="en-US" sz="900" dirty="0"/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your own player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101630" y="4579721"/>
            <a:ext cx="1036828" cy="280808"/>
          </a:xfrm>
          <a:prstGeom prst="roundRect">
            <a:avLst>
              <a:gd name="adj" fmla="val 50769"/>
            </a:avLst>
          </a:prstGeom>
          <a:solidFill>
            <a:srgbClr val="5BABDF"/>
          </a:solidFill>
          <a:ln/>
        </p:spPr>
        <p:txBody>
          <a:bodyPr/>
          <a:lstStyle/>
          <a:p>
            <a:endParaRPr lang="en-US" sz="900"/>
          </a:p>
        </p:txBody>
      </p:sp>
      <p:sp>
        <p:nvSpPr>
          <p:cNvPr id="46" name="Text 43"/>
          <p:cNvSpPr/>
          <p:nvPr/>
        </p:nvSpPr>
        <p:spPr>
          <a:xfrm>
            <a:off x="1101630" y="4579721"/>
            <a:ext cx="1036828" cy="28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9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quote  ↗</a:t>
            </a:r>
            <a:endParaRPr lang="en-US" sz="709" dirty="0"/>
          </a:p>
        </p:txBody>
      </p:sp>
      <p:sp>
        <p:nvSpPr>
          <p:cNvPr id="47" name="Text 44"/>
          <p:cNvSpPr/>
          <p:nvPr/>
        </p:nvSpPr>
        <p:spPr>
          <a:xfrm>
            <a:off x="216006" y="4990132"/>
            <a:ext cx="2808076" cy="17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blueprinthockeyanalytics</a:t>
            </a: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.com</a:t>
            </a:r>
            <a:endParaRPr lang="en-US" sz="9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B6B7CC1-8163-B42D-5674-EC2C9174A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45" y="516044"/>
            <a:ext cx="2628000" cy="8704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5C85124-5D45-0C56-6A25-7CF6DADED8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97" y="1424505"/>
            <a:ext cx="1784069" cy="2303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</TotalTime>
  <Words>23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Barlow Condensed SemiBold</vt:lpstr>
      <vt:lpstr>Calibri</vt:lpstr>
      <vt:lpstr>Calibri Light</vt:lpstr>
      <vt:lpstr>Office 2013 - 2022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Andrew, Hunter T</cp:lastModifiedBy>
  <cp:revision>2</cp:revision>
  <dcterms:created xsi:type="dcterms:W3CDTF">2026-08-20T20:46:15Z</dcterms:created>
  <dcterms:modified xsi:type="dcterms:W3CDTF">2026-08-20T21:12:48Z</dcterms:modified>
</cp:coreProperties>
</file>